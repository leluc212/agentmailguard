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dataset LLMail-Inject cho thực nghiệm AgentMailGuard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103120" y="5669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B3350"/>
          </a:solidFill>
          <a:ln w="15240">
            <a:solidFill>
              <a:srgbClr val="1B33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76272" y="56692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LLMail-Inject (Microsoft, 2025)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208.095 email tấn công do 839 đội viết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49040" y="1133856"/>
            <a:ext cx="0" cy="219456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135331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7F0FC"/>
          </a:solidFill>
          <a:ln w="15240">
            <a:solidFill>
              <a:srgbClr val="E7F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135331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giữ tiếng Anh · bỏ email gần trùng nhau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1810512"/>
            <a:ext cx="0" cy="219456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84048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theo team_id — attack của cùng một đội chỉ nằm ở một bên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0" y="2029968"/>
            <a:ext cx="3474720" cy="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029968"/>
            <a:ext cx="0" cy="18288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2029968"/>
            <a:ext cx="0" cy="18288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5240">
            <a:solidFill>
              <a:srgbClr val="C8C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1284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(~70% số đội)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 chỉnh ngưỡng L1 và prompt L2 / L4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để chấm điểm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2212848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DEBD0"/>
          </a:solidFill>
          <a:ln w="15240">
            <a:solidFill>
              <a:srgbClr val="FDE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221284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(~30% số đội)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chưa từng nhìn thấy khi chỉnh hệ thống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lấy mẫu ngẫu nhiên, seed cố định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221284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4F5EA"/>
          </a:solidFill>
          <a:ln w="15240">
            <a:solidFill>
              <a:srgbClr val="E4F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221284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lành tính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lành tính kèm dataset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+ 316 email support của nhóm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081528"/>
            <a:ext cx="0" cy="32004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3081528"/>
            <a:ext cx="0" cy="32004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5300" y="3081528"/>
            <a:ext cx="0" cy="320040"/>
          </a:xfrm>
          <a:prstGeom prst="line">
            <a:avLst/>
          </a:prstGeom>
          <a:noFill/>
          <a:ln w="22860">
            <a:solidFill>
              <a:srgbClr val="2F6FE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94760" y="3401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7F0FC"/>
          </a:solidFill>
          <a:ln w="15240">
            <a:solidFill>
              <a:srgbClr val="E7F0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340156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email tấn công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× 4 level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ASR, TMR, 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401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DEBD0"/>
          </a:solidFill>
          <a:ln w="15240">
            <a:solidFill>
              <a:srgbClr val="FDE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340156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tài liệu độc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test cấy vào tài liệu KB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ASR đường RAG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3401568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E4F5EA"/>
          </a:solidFill>
          <a:ln w="15240">
            <a:solidFill>
              <a:srgbClr val="E4F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3401568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email lành tính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TSR, FPR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chặn nhầm không)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4860" y="4407408"/>
            <a:ext cx="3520440" cy="0"/>
          </a:xfrm>
          <a:prstGeom prst="line">
            <a:avLst/>
          </a:prstGeom>
          <a:noFill/>
          <a:ln w="22860">
            <a:solidFill>
              <a:srgbClr val="1B3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4860" y="4270248"/>
            <a:ext cx="0" cy="137160"/>
          </a:xfrm>
          <a:prstGeom prst="line">
            <a:avLst/>
          </a:prstGeom>
          <a:noFill/>
          <a:ln w="22860">
            <a:solidFill>
              <a:srgbClr val="1B3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7940" y="4270248"/>
            <a:ext cx="0" cy="137160"/>
          </a:xfrm>
          <a:prstGeom prst="line">
            <a:avLst/>
          </a:prstGeom>
          <a:noFill/>
          <a:ln w="22860">
            <a:solidFill>
              <a:srgbClr val="1B3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5300" y="4270248"/>
            <a:ext cx="0" cy="137160"/>
          </a:xfrm>
          <a:prstGeom prst="line">
            <a:avLst/>
          </a:prstGeom>
          <a:noFill/>
          <a:ln w="22860">
            <a:solidFill>
              <a:srgbClr val="1B33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407408"/>
            <a:ext cx="0" cy="137160"/>
          </a:xfrm>
          <a:prstGeom prst="line">
            <a:avLst/>
          </a:prstGeom>
          <a:noFill/>
          <a:ln w="22860">
            <a:solidFill>
              <a:srgbClr val="1B335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94760" y="454456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B3350"/>
          </a:solidFill>
          <a:ln w="15240">
            <a:solidFill>
              <a:srgbClr val="1B33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4544568"/>
            <a:ext cx="4974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eval_set_v1.jsonl  =  1.800 mẫu, đóng băng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dùng ĐÚNG tập này · tấn công + lành tính → C0, C0T, C1–C7 · tài liệu độc → C0, C4, C7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29184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nhanh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chỉ để tinh chỉnh, không có trong kết quả.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là đề thi: hệ thống chưa thấy trước.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Tài liệu độc lấy từ chính payload TEST, chỉ đổi chỗ giấu: từ email sang tài liệu.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lành tính để chứng minh hệ thống không chặn bừa.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2026-10-02T08:03:34Z</dcterms:created>
  <dcterms:modified xsi:type="dcterms:W3CDTF">2026-10-02T08:03:34Z</dcterms:modified>
</cp:coreProperties>
</file>